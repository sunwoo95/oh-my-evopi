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28655" y="0"/>
            <a:ext cx="1463040" cy="68580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1048695" y="457200"/>
            <a:ext cx="822960" cy="38404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1048695" y="1115568"/>
            <a:ext cx="822960" cy="38404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1048695" y="1773936"/>
            <a:ext cx="822960" cy="38404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1048695" y="2432304"/>
            <a:ext cx="822960" cy="384048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1048695" y="3090672"/>
            <a:ext cx="822960" cy="384048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048695" y="3749040"/>
            <a:ext cx="822960" cy="38404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1048695" y="4407408"/>
            <a:ext cx="822960" cy="38404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1048695" y="5065776"/>
            <a:ext cx="822960" cy="38404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1048695" y="5724144"/>
            <a:ext cx="822960" cy="38404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411480"/>
            <a:ext cx="3108960" cy="329184"/>
          </a:xfrm>
          <a:prstGeom prst="rect">
            <a:avLst/>
          </a:prstGeom>
          <a:solidFill>
            <a:srgbClr val="1F6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429768"/>
            <a:ext cx="3017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CJK KR"/>
              </a:rPr>
              <a:t>EVOPI ARCHITECTURE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96012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CJK KR"/>
              </a:rPr>
              <a:t>evopi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9601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EC4B6"/>
                </a:solidFill>
                <a:latin typeface="Noto Sans CJK KR"/>
              </a:rPr>
              <a:t>자기진화 하네스 구조 — Claude Code · oh-my-pi · prime-agent 와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9601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KR"/>
              </a:rPr>
              <a:t>레포 — https://github.com/sunwoo95/oh-my-evopi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KR"/>
              </a:rPr>
              <a:t>설치 — curl -fsSL https://sunwoo95.github.io/oh-my-evopi/install.sh | 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91440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0BB"/>
                </a:solidFill>
                <a:latin typeface="Noto Sans CJK KR"/>
              </a:rPr>
              <a:t>oh-my-evopi 팀 세미나 · 2026-09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0BB"/>
                </a:solidFill>
                <a:latin typeface="Noto Sans CJK KR"/>
              </a:rPr>
              <a:t>근거: docs/analysis/*.md, docs/design/DECISIONS.md (파일:라인 인용)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AAB0BB"/>
                </a:solidFill>
                <a:latin typeface="Noto Sans CJK KR"/>
              </a:rPr>
              <a:t>참조 시나리오: Claude Code Architecture (AWS Korea 최우형,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11개 섹션으로 분해한 evopi 아키텍처 — Claude Code 8레이어 맵과 같은 순서로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evopi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prime 골격 + omp 자산 + Evo-Harness 델타 — 무엇을 왜 만들었나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56816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56816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전체 아키텍처 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956816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Master Agent Loop 중심 8 레이어 + evo 레이어, Claude Code 맵과 대응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59152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359152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59152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The Agentic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59152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Think → ipython 실행 → Verify, agentLoop + AgentSession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61488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2761488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761488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Models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761488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9 API 종 · 단일 툴 ipython · IPython 커널(uv + dill)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63824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163824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63824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에이전트 구동 +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163824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5가지 입력 파일, Python 스킬 계약, Harness 원장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3566160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566160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Input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566160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인터페이스 6종, curl 설치, 세션(jsonl+dill), 권한 게이트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68496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3968496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968496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Knowledge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968496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시스템 프롬프트 조립, 하네스 주입(MMR), 요약 컴팩션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370832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31520" y="4370832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370832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Execution &amp; Multi-Agent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370832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sdk streamFn 파이프라인(auth-pool·dialect), rlm 서브에이전트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73168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4773168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773168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Observability &amp;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773168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확장 훅 31종, 빌트인 3종, MCP(커널 내), 프로바이더, natives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75504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1520" y="5175504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175504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Evo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175504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논문 ↔ prime 델타 판정, grounded-refine(D1+D4), 4-arm 평가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577840"/>
            <a:ext cx="11094415" cy="356616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31520" y="5577840"/>
            <a:ext cx="640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Noto Sans CJK KR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577840"/>
            <a:ext cx="41148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Noto Sans CJK KR"/>
              </a:rPr>
              <a:t>비교와 점검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5577840"/>
            <a:ext cx="59436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4자 비교 매트릭스, 하네스 점검(강점·리스크), End-to-End, 요약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evopi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prime-agent 골격 · oh-my-pi 자산 · Evo-Harness 델타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evopi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스스로 하네스를 다듬는 코딩 에이전트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SELF-EVOLVING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evopi 는 prime-agent 의 골격(RLM 하네스 + IPython 커널)을 그대로 쓰고, oh-my-pi 의 TypeScript 자산(dialect · auth-pool · hashline · mnemopi)을 선별 이식한 뒤, Evo-Harness 논문(arXiv 2608.15071)의 접지 피드백 델타를 optional 레이어로 얹은 코딩 에이전트다. 설정 경로는 ~/.evopi 하나, 실행 커맨드는 evopi.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RLM-NATIVE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파이썬 커널이 곧 도구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내장 LLM 툴은 ipython 하나. 셸·편집·서브에이전트·MCP 를 커널 안 Python 호출(rlm.bash, edit 스킬, rlm())로 합성한다.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7983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SELF-EVOLVING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하네스 원장을 스스로 편집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7983.7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7983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prompt / memory / skill / subagent 4종 엔트리를 refine 라운드가 create·update·delete. 롤백 스냅샷과 refinements.jsonl 이력.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2735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PROVIDER-AGNOSTIC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어느 모델이든 같은 루프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42735.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42735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9 API 종 · OAuth 3종 · Bedrock · Databricks · 오픈모델 in-band 툴콜(dialect 11종) · 다중 키 풀 로테이션.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57487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EVO OPTIONAL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7487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evo off = prime 원본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57487.2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487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EVOPI_EVO=off 면 grounded-refine·MMR 선택기가 로드되지 않아 prime 동작과 바이트 동일 — A/B 대조군이 공짜로 생긴다.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내장 LLM 툴 = ipython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4 kinds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하네스 엔트리 종류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31 hooks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확장 훅 이벤트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4 arms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A/B 평가 조건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전체 아키텍처 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Master Agent Loop 중심 8 레이어 + evo 레이어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전체 아키텍처 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Master Agent Loop(prime 골격)을 중심으로 한 여덟 개 레이어 + evo 레이어</a:t>
            </a:r>
          </a:p>
        </p:txBody>
      </p:sp>
      <p:pic>
        <p:nvPicPr>
          <p:cNvPr id="4" name="Picture 3" descr="evopi-master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94415" cy="3991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AAB0BB"/>
                </a:solidFill>
                <a:latin typeface="Noto Sans CJK KR"/>
              </a:rPr>
              <a:t>docs/diagrams/evopi-master-arch.dot (graphviz) — 각 박스 부제는 코드 실측(docs/analysis/evopi-harness-inventory.md)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참조: Claude Code 전체 아키텍처 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같은 8 레이어 격자 — evopi 맵과 박스 단위로 대응된다</a:t>
            </a:r>
          </a:p>
        </p:txBody>
      </p:sp>
      <p:pic>
        <p:nvPicPr>
          <p:cNvPr id="4" name="Picture 3" descr="claude-code-master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225" y="1463040"/>
            <a:ext cx="876924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AAB0BB"/>
                </a:solidFill>
                <a:latin typeface="Noto Sans CJK KR"/>
              </a:rPr>
              <a:t>참조 슬라이드(AWS Korea, Claude Code Architecture p.3) 전사본을 동일 스타일로 재현 — refs/claude-code-8layer-map.md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맵 대응표 — Claude Code ↔ evopi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박스 하나하나가 어디로 대응되는가, 그리고 evopi 만의 9번째 레이어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55448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920240" y="1600200"/>
            <a:ext cx="317997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856232"/>
            <a:ext cx="3179978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참조 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91658" y="155448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91658" y="1600200"/>
            <a:ext cx="317997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evopi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1658" y="1856232"/>
            <a:ext cx="3179978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대응 구성요소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63076" y="155448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63076" y="1600200"/>
            <a:ext cx="317997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차이의 본질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10312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993392" y="210312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CLI/IDE/CI-CD · Resume/Fork · Ask/Allow/Deny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1658" y="210312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64810" y="210312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TUI/print/RPC/ACP/SDK/daemon · jsonl 트리+dill 복원 · permission-gate block/warn/off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3076" y="210312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36228" y="210312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세션 복원이 대화 + 커널 변수(dill)까지 포함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KNOWLEDGE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265176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93392" y="265176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CLAUDE.md · Auto Memory · Skills · Compaction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91658" y="265176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64810" y="265176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AGENTS.md/SYSTEM.md · Harness Ledger · SKILL.md+pyproject · 요약 컴팩션+MMR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63076" y="265176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36228" y="265176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메모리가 파일이 아니라 편집 가능한 구조화 원장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0040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EXECUTION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320040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93392" y="320040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Tool Dispatch(typed) · Prompt Cache · Streaming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91658" y="320040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64810" y="320040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ipython 단일 툴(sequential) · IPython 커널 · streamFn(auth-pool·dialect)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63076" y="320040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536228" y="320040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다수 도구 → 단일 REPL 셀로 합성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490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MULTI-AGENT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4904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993392" y="374904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Subagents(isolated) · Worktrees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91658" y="374904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264810" y="374904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rlm() 커널 내 호출 → in-process 자식 Agent · Worktrees 는 v2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63076" y="374904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536228" y="374904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서브에이전트가 Python 함수 호출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9768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OBSERVABILITY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429768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993392" y="429768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Hooks(lifecycle) · Background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91658" y="429768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264810" y="429768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확장 훅 31 이벤트 · rlm.bash 핸들/cron/백그라운드 refine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63076" y="429768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536228" y="429768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훅이 refine 플래너까지 교체 가능(session_before_refine)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463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INTEGRATION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20240" y="484632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993392" y="484632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MCP Runtime · Ext Servers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91658" y="484632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264810" y="484632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rlm.mcp(커널 내) · 9 API 프로바이더 · pi-natives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63076" y="484632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536228" y="484632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MCP 도구도 Python 네임스페이스로 노출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39496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OUTPUT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20240" y="539496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993392" y="539496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Task Result / Memory updated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91658" y="539496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264810" y="539496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Task Result / harness 갱신(refinements.jsonl)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63076" y="539496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536228" y="539496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출력이 곧 다음 하네스 편집의 증거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94360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(+) EVO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20240" y="594360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993392" y="594360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— (없음)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91658" y="594360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264810" y="594360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autoRefine + grounded-refine(D1·D4) · EVOPI_EVO 게이트 · metaharness 접지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63076" y="5943600"/>
            <a:ext cx="3179978" cy="457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536228" y="5943600"/>
            <a:ext cx="3033674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Claude Code 에 없는 9번째 레이어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The Agentic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Think → ipython 실행 →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The Agentic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모든 작업을 관통하는 루프 — 도구가 하나라서 루프가 단순하다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CORE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agentLoop()(packages/agent/src/agent-loop.ts, 963줄)이 turn_start → 모델 스트리밍 → 툴 실행 → turn_end 를 반복한다. AgentSession(agent-session.ts ≈12k줄)이 그 바깥에서 시스템 프롬프트 재조립, 자동 컴팩션, refine 체크포인트를 감싼다.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2014057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8211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429000"/>
            <a:ext cx="190432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사용자 요청 · steering / follow-up 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90129" y="331012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8729" y="2788920"/>
            <a:ext cx="2014057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18729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Think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8729" y="318211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모델 스트림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3593" y="3429000"/>
            <a:ext cx="190432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streamFn → tool_use(ipython) 생성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60218" y="331012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8818" y="2788920"/>
            <a:ext cx="2014057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88818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ipython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8818" y="318211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682" y="3429000"/>
            <a:ext cx="190432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셸·편집·테스트·서브에이전트를 한 셀에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30308" y="331012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58908" y="2788920"/>
            <a:ext cx="2014057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58908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8908" y="318211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커널 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772" y="3429000"/>
            <a:ext cx="190432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stdout/stderr/traceback 이 다음 턴 입력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00397" y="331012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28997" y="2788920"/>
            <a:ext cx="2014057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28997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997" y="318211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3861" y="3429000"/>
            <a:ext cx="190432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결과 + (evo) 하네스 갱신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114800"/>
            <a:ext cx="3588410" cy="1234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4224528"/>
            <a:ext cx="331409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질문형 작업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498848"/>
            <a:ext cx="331409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커널 없이 텍스트만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.0" y="4983480"/>
            <a:ext cx="3259226.333333333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2" y="5074920"/>
            <a:ext cx="331409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ipython 호출이 없으면 순수 스트리밍 응답으로 끝난다.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01642" y="4114800"/>
            <a:ext cx="3588410" cy="1234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66234" y="4224528"/>
            <a:ext cx="331409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코드 수정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6234" y="4498848"/>
            <a:ext cx="331409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edit 스킬 → 테스트 반복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466234.333333334" y="4983480"/>
            <a:ext cx="3259226.33333333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66234" y="5074920"/>
            <a:ext cx="331409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Python edit 스킬로 수정 후 같은 셀에서 pytest/tsc 실행, 실패면 재시도.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54644" y="4114800"/>
            <a:ext cx="3588410" cy="1234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19236" y="4224528"/>
            <a:ext cx="331409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장기 작업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9236" y="4498848"/>
            <a:ext cx="331409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daemon goal / cron / heartbeat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19236.666666667" y="4983480"/>
            <a:ext cx="3259226.333333333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19236" y="5074920"/>
            <a:ext cx="331409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데몬 슈퍼바이저가 세션 워커를 유지, 백그라운드 refine 플랜 병행.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steering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턴 중 지시 주입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follow-up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턴 종료 후 후속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compact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자동 압축 → refine 트리거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sequential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커널 단일 스레드 — 툴 병렬 없음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Models &amp;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추론하는 모델 · 행동하는 단일 툴 · 그 뒤의 커널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Models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루프를 움직이는 두 축 — 9 API 종의 모델과 ipython 하나의 도구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455767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54557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MODELS — 추론 엔진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5090007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pi-ai stream(): anthropic-messages · openai-completions/responses · azure · codex · google · vertex · mistral · bedrock. models.generated 카탈로그 + models.json 사용자 등록. OAuth 3종, Databricks, prime-inference 는 peer.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554480"/>
            <a:ext cx="5455767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187287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15887" y="1627632"/>
            <a:ext cx="5455767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TOOLS — 행동 수단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1883664"/>
            <a:ext cx="5090007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레지스트리 등록 툴은 ipython(기본)과 hashline_edit(선택) 둘뿐(tools/index.ts:59). TS bash/edit 정의는 있지만 미등록 — 셸과 편집은 커널 안 Python(rlm.bash, edit 스킬)이 담당한다.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2087209" cy="1874519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" y="271576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IPYTHON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9008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영속 REPL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.0" y="3474720"/>
            <a:ext cx="1758025.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566160"/>
            <a:ext cx="1812889" cy="8686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단일 문자열 code 파라미터. sequential 실행. 65,536자 출력 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0441" y="2606040"/>
            <a:ext cx="2087209" cy="1874519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965033" y="271576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BASH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5033" y="299008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rlm.bash()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65033.4" y="3474720"/>
            <a:ext cx="1758025.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65033" y="3566160"/>
            <a:ext cx="1812889" cy="8686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프로세스 그룹 저널링, 핸들(tail/poll/kill), 커널 종료 시 회수.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52242" y="2606040"/>
            <a:ext cx="2087209" cy="1874519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16834" y="271576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6834" y="299008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edit 스킬 · hashline_edit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16834.8" y="3474720"/>
            <a:ext cx="1758025.399999999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16834" y="3566160"/>
            <a:ext cx="1812889" cy="8686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Python edit 스킬이 기본. hashline 앵커 편집은 --tools 게이트.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04044" y="2606040"/>
            <a:ext cx="2087209" cy="1874519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68636" y="271576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SUBAGENT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8636" y="299008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rlm()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68636.199999999" y="3474720"/>
            <a:ext cx="1758025.400000000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68636" y="3566160"/>
            <a:ext cx="1812889" cy="8686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커널에서 함수 호출 → host_request → in-process 자식 Agent.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845" y="2606040"/>
            <a:ext cx="2087209" cy="1874519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720437" y="271576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437" y="299008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rlm.mcp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20437.6" y="3474720"/>
            <a:ext cx="1758025.400000000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720437" y="3566160"/>
            <a:ext cx="1812889" cy="8686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MCP 서버 도구를 Python 네임스페이스로 노출. settings 로 등록.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API 종 (register-builtins)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 + 1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내장 툴 ipython + 선택 hashline_edit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in-band 툴콜 dialect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N keys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EVOPI_API_KEY_POOL_&lt;PROVIDER&gt;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IPython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prime 에서 무변경 이식한 실행 엔진 — 세션을 넘어 살아있는 네임스페이스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KERNEL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python -m rlm.repl 서브프로세스. stdin 으로 JSON-lines 요청, stdout 으로 이벤트(ready/stdout/stderr/result/display/host_request/error/done), 프로토콜 v3 정확 일치. 모든 요청은 단일 큐로 직렬화된다(repl-manager.ts:769). 커널 = 단일 스레드.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BOOTSTRAP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uv 부트스트랩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uv python install 3.11 → venv → runtime + dill + 12 패키지(전부 wheel, R5) → Python 스킬 editable 설치. 런타임 소스 해시가 바뀌면 venv 자동 재빌드(bootstrap.ts).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7983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REPL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수명주기 1,502줄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7983.7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7983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spawn → ready 30s → 셀 실행 → interrupt(1s 후 호스트 측 강제 abort) → shutdown(5s). 손상 프레임은 SIGKILL 후 스냅샷 복원으로 복구.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2735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dill per-variable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42735.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42735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성공 실행 1.5s 후 kernel-state.dill/.json 저장(256MB/16MB 상한, 언피클 불가 이름은 skip 보고). resume 시 복원 → 모델은 변수를 계속 본다.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57487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BOOT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7487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부팅 세마포어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57487.2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487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동시 커널 부팅 min(16, max(4, cpu×2)) 로 제한(EVOPI_MAX_CONCURRENT_KERNEL_BOOTS). 실행 리소스 제한은 아니다.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30s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ready 타임아웃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65,536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셀 출력 문자 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256MB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스냅샷 총량 상한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비격리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uid/rlimit/ns 없음 — D3 폴백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에이전트 구동 및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5가지 입력 · Python 스킬 계약 · Harness 원장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에이전트를 움직이는 5가지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AGENTS.md / SKILL.md / Prompt / Hook — 그리고 Claude Code 에 없는 다섯 번째, Harness 원장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FIVE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Claude Code 의 4파일(CLAUDE.md·SKILL.md·Prompt·Hook)이 그대로 대응되고, 여기에 에이전트 스스로 편집하는 harness_state.json 이 추가된다. 사람이 쓰는 지식(AGENTS.md)과 에이전트가 쓰는 지식(Harness)이 분리된다.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208720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80720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8152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AGENTS.md / SYSTEM.md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566160"/>
            <a:ext cx="1758025.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657600"/>
            <a:ext cx="181288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~/.evopi/agent 와 프로젝트 .evopi/agent. 매 턴 시스템 프롬프트에 포함. APPEND_SYSTEM.md 로 덧붙임.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0441" y="2697480"/>
            <a:ext cx="208720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65033" y="280720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308152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SKILL.md (+pyproject)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65033.4" y="3566160"/>
            <a:ext cx="1758025.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65033" y="3657600"/>
            <a:ext cx="181288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md 스킬은 설명 매칭 시 본문 로드. Python 스킬은 커널에 import 되어 함수로 호출된다.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2242" y="2697480"/>
            <a:ext cx="208720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16834" y="280720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308152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Prompt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16834.8" y="3566160"/>
            <a:ext cx="1758025.399999999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16834" y="3657600"/>
            <a:ext cx="181288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지금의 일회성 지시. steering 으로 턴 중간에도 주입 가능.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4044" y="2697480"/>
            <a:ext cx="208720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68636" y="280720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HOOK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308152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Extension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68636.199999999" y="3566160"/>
            <a:ext cx="1758025.400000000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68636" y="3657600"/>
            <a:ext cx="181288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jiti 로 무컴파일 TS 로드. 31 이벤트에 핸들러. tool_call 차단, 플래너 교체까지.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845" y="2697480"/>
            <a:ext cx="208720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720437" y="2807208"/>
            <a:ext cx="181288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HARNESS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3081528"/>
            <a:ext cx="181288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harness_state.json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20437.6" y="3566160"/>
            <a:ext cx="1758025.400000000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720437" y="3657600"/>
            <a:ext cx="181288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prompt/memory/skill/subagent 엔트리. refine 라운드가 편집, 시스템 프롬프트에 kind 별 요약 주입.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항상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AGENTS.md — 매 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7523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매칭·import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67523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SKILL.md — 설명 / 커널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6406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지금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6406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Prompt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289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이벤트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289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Hook — 31 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4172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자동 진화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4172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Harness — refine 라운드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무엇이 언제 컨텍스트에 들어오나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로딩 시점 · 트리거 · 갱신 주체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554480"/>
            <a:ext cx="1834835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103120" y="1600200"/>
            <a:ext cx="183483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AGENTS.md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56232"/>
            <a:ext cx="183483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항상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9395" y="1554480"/>
            <a:ext cx="1834835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029395" y="1600200"/>
            <a:ext cx="183483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SKILL.md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9395" y="1856232"/>
            <a:ext cx="183483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필요할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55670" y="1554480"/>
            <a:ext cx="1834835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55670" y="1600200"/>
            <a:ext cx="183483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5670" y="1856232"/>
            <a:ext cx="183483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지금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1945" y="1554480"/>
            <a:ext cx="1834835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81945" y="1600200"/>
            <a:ext cx="183483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1945" y="1856232"/>
            <a:ext cx="183483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자동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08220" y="1554480"/>
            <a:ext cx="1834835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808220" y="1600200"/>
            <a:ext cx="183483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8220" y="1856232"/>
            <a:ext cx="183483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자동 진화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12848"/>
            <a:ext cx="146304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로드 시점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2212848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176272" y="2212848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세션 시작 + 매 턴 재조립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9395" y="2212848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102547" y="2212848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md: 설명 매칭 시 본문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py: 커널 부팅 시 import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5670" y="2212848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28822" y="2212848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사용자 입력 시점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1945" y="2212848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097" y="2212848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라이프사이클 이벤트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08220" y="2212848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881372" y="2212848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매 턴 요약(kind별 6개) 주입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962656"/>
            <a:ext cx="146304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트리거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03120" y="2962656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176272" y="2962656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자동(조건 없음)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9395" y="2962656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102547" y="2962656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description 매칭 / 코드 호출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55670" y="2962656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028822" y="2962656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수동(사람)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1945" y="2962656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955097" y="2962656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tool_call, turn_end 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8220" y="2962656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81372" y="2962656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turn_interval 25 · compact · 외부 실패 신호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712464"/>
            <a:ext cx="146304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갱신 주체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03120" y="3712464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176272" y="3712464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사람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9395" y="3712464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102547" y="3712464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사람 (+skill-creator 스킬)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55670" y="3712464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028822" y="3712464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사람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81945" y="3712464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955097" y="3712464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사람(개발자)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8220" y="3712464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881372" y="3712464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에이전트(refine) + 롤백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462272"/>
            <a:ext cx="146304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대표 예시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03120" y="4462272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176272" y="4462272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코딩 규칙, 빌드 명령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29395" y="4462272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102547" y="4462272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edit · websearch · refine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55670" y="4462272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028822" y="4462272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"이 버그 고쳐줘"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81945" y="4462272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955097" y="4462272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permission-gate 차단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08220" y="4462272"/>
            <a:ext cx="1834835" cy="65836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881372" y="4462272"/>
            <a:ext cx="1688531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CJK KR"/>
              </a:rPr>
              <a:t>"이 레포는 pnpm 사용" 메모리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~/.evopi/agent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전역 설정 루트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.evopi/agent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프로젝트 오버레이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~/.agents/skills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벤더중립 스킬 경로 유지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harness/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전역 + 세션 로컬 원장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Skills — Python 스킬 계약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SKILL.md 오픈 표준 위에 pyproject 를 얹어 커널이 import 하는 스킬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SKILL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SKILL.md(프론트매터 name/description) + pyproject.toml + src/&lt;import_name&gt;/__init__.py. 스킬 로더가 SKILL.md 를 찾고 pyproject 가 있으면 kind:"python" 으로 분류 → uv 가 editable 설치 → 부트스트랩 코드가 import. 설치 실패는 경고만(비치명).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DejaVu Sans Mono"/>
              </a:rPr>
              <a:t>packages/coding-agent/skills/edit/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81528"/>
            <a:ext cx="4846320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>SKILL.md              (필수: 설명·사용법)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>pyproject.toml        (name, dependencies)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>src/edit/__init__.py  (커널이 import)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># 커널 안에서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>from edit import apply_patch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>apply_patch(path, diff)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># refine 스킬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DejaVu Sans Mono"/>
              </a:rPr>
              <a:t>await refine.run()   # host_request → 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697480"/>
            <a:ext cx="5745175" cy="402336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35040" y="2697480"/>
            <a:ext cx="15544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2EC4B6"/>
                </a:solidFill>
                <a:latin typeface="DejaVu Sans Mono"/>
              </a:rPr>
              <a:t>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697480"/>
            <a:ext cx="3916375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스킬 식별자 — 프롬프트 스킬 목록에 노출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191256"/>
            <a:ext cx="5745175" cy="402336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35040" y="3191256"/>
            <a:ext cx="15544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2EC4B6"/>
                </a:solidFill>
                <a:latin typeface="DejaVu Sans Mono"/>
              </a:rPr>
              <a:t>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191256"/>
            <a:ext cx="3916375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md 스킬 트리거 · 유효 YAML 필수(따옴표)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3685032"/>
            <a:ext cx="5745175" cy="402336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35040" y="3685032"/>
            <a:ext cx="15544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2EC4B6"/>
                </a:solidFill>
                <a:latin typeface="DejaVu Sans Mono"/>
              </a:rPr>
              <a:t>pyproject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685032"/>
            <a:ext cx="3916375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의존성 + 형제 스킬 로컬 의존(위상 정렬 설치)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4178808"/>
            <a:ext cx="5745175" cy="402336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35040" y="4178808"/>
            <a:ext cx="15544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2EC4B6"/>
                </a:solidFill>
                <a:latin typeface="DejaVu Sans Mono"/>
              </a:rPr>
              <a:t>hash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178808"/>
            <a:ext cx="3916375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pyproject 해시 일치 시 재설치 스킵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672584"/>
            <a:ext cx="5745175" cy="402336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035040" y="4672584"/>
            <a:ext cx="15544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2EC4B6"/>
                </a:solidFill>
                <a:latin typeface="DejaVu Sans Mono"/>
              </a:rPr>
              <a:t>MIME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672584"/>
            <a:ext cx="3916375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display: application/vnd.evopi.{diff,attachment,agent-message}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번들 스킬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11 /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Python / Markdown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editable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uv pip install -e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3 경로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번들 · ~/.evopi · 프로젝트 (+~/.agents)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Harness 원장 — 에이전트가 편집하는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rlm.harness: 프롬프트 노트 · 메모리 · 스킬 서술 · 서브에이전트 명세의 영속 원장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CONTINUAL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"두 번째 실행 엔진이 아니다" — 하네스는 실행 코드가 아니라 다음 턴을 위한 라우팅·컨텍스트 힌트다. 세션 로컬 session-artifacts/&lt;id&gt;/harness/harness_state.json 과 전역 ~/.evopi/agent/harness/ 를 병합해 주입한다.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prompt note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시스템 프롬프트에 덧붙일 짧은 규칙. 예: "테스트는 pnpm test 로".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7983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memory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7983.7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7983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재사용 사실. scope local(세션) / global(전역). mnemopi MMR 이 다양성·최근성으로 선택.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2735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skill 서술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42735.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42735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Python 참조(reference)를 강제 — 존재하는 스킬만 등록 가능(validateEdit).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57487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SUBAGENT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7487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subagent 명세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57487.2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487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rlm() 으로 띄울 특화 에이전트 정의. list/delete 는 host_request.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create/update/delete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3 편집 연산 (MERGE/SKIP 없음)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25 턴 · 20분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autoRefine turnInterval · cooldown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before/after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롤백 스냅샷 · refinements.jsonl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루트 세션만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_rlmDepth==0 + 영속 artifact 필수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Input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인터페이스 · 설치 · 세션 · 권한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Input Layer — 인터페이스와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어디서 실행하고 어떻게 들어오는가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SAME LOOP, EVERYWHERE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cli.ts → cli-main.ts → main.ts 하나의 진입에서 모드만 갈린다. 설치는 curl 원라이너가 GitHub Pages 의 릴리스 tarball(SHA256 검증)을 받아 npm -g 로 설치하고, 필요 시 uv 부트스트랩까지 수행한다. 상태는 ~/.evopi/agent 한 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TUI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대화형 터미널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pi-tui 기반. 스플래시(EVO 워드마크), /login · /compact · /refine 슬래시 명령.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7983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HEADLESS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print · RPC · ACP · SDK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7983.7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7983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파이프/에디터 통합/프로그램 임베딩. createAgentSession() 으로 동일 세션 생성.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2735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DAEMON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goal · cron · heartbeat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42735.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42735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슈퍼바이저 + 세션 워커(AgentConnection 경계). 장기 무인 실행 — v1 동결.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57487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INSTALL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7487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curl | sh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57487.2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487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install.sh 1,621줄: preflight → tarball+SHA256SUMS → npm -g → (옵션) uv/커널 부트스트랩. 실검증 0.9.6.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~/.evopi (.omp/.prime 잔존 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0.9.6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게시 버전 (GitHub Pages)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node ≥22.8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런타임 (Bun 실코드 0건)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evopi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bin 이름 · APP_NAME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Sessions &amp;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세션 연속성과 2계층 권한 모델(D4)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INTENT vs ENFORCEMENT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의도 계층(permission-gate 확장)은 항상 로드되어 위험 명령을 차단한다. 집행 계층(OS 샌드박스)은 능력 프로브가 통과할 때만 활성 — 현 환경은 unprivileged userns 불가로 bwrap 실패 → 컨테이너 경계가 집행 계층을 대신한다(D3 폴백).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jsonl 트리 + dill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sessions/&lt;id&gt;.jsonl 대화 트리, session-artifacts/&lt;id&gt;/ 에 kernel-state.dill · scheduled-jobs · harness. resume 시 변수까지 복원.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7983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PERMISSION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block / warn / off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7983.7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7983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7개 위험 패턴(rm -rf / 등) + ipython 셸 이스케이프 추출. UI 있으면 Yes/No, 없으면 즉시 block. EVOPI_PERMISSION_GATE.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2735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SANDBOX PROBE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bwrap 기능 테스트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42735.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42735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--version 이 아니라 실제 --unshare-user 실행으로 판정. 불가 시 session_start 에 경고 1회, 비활성.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57487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PROFILES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7487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strict / dev / eval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57487.2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487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strict=모두 승인, dev=기본(block), eval=무인(컨테이너 전제 + gate off).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위험 명령 패턴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10/10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게이트 통합 테스트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bwrap 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현 환경 userns 차단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컨테이너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= 집행 계층 (문서화)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Knowledge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시스템 프롬프트 조립 · 하네스 주입 · 컴팩션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Knowledge Layer — 컨텍스트와 메모리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무엇이 시스템 프롬프트로 들어오는가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SYSTEM PROMPT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buildSystemPrompt(system-prompt.ts) 조립 순서: RLM 프롬프트(불변) → 서브에이전트 가이드 → 하네스 상태(kind 별 6개·180자) → MCP 안내 → Additional Guidance → Project Context(AGENTS.md) → 스킬 목록 → APPEND_SYSTEM.md. evo on 이면 하네스 절단이 사전순 대신 MMR 선택기(M17).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ALWAYS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AGENTS.md · SYSTEM.md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전역 + 프로젝트. _rebuildSystemPrompt 가 스킬/하네스 변경 시 재조립(6 지점).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7983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이름 + 설명만 상주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7983.7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7983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본문은 매칭 시. Python 스킬은 import 가능 목록으로 노출.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2735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kind 별 요약 메뉴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42735.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42735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+N more 로 넘침 표시. 사전순(기본) 또는 MMR(최근성 반감기 7일 × jaccard 다양성, 문자 예산).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57487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7487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mnemopi 병존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57487.2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487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prime harness memory 와 저장소 분리. v1 은 선택기(rerank)로만 소비, MCP 서버 겸용은 v2.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6 / kind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표시 상한 (저장 상한 아님)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180 chars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엔트리 요약 길이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MMR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harness.selection=mmr 또는 evo 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7일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최근성 반감기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Context Window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가득 차면 어떻게 되는가 — 요약 기반 컴팩션(D5)과 refine 연동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AUTO-COMPACTION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shouldCompact 가 한계 근접을 감지하면 findCutPoint 로 보존 구간을 정하고 generateSummary(compact 스킬)가 요약을 만든다. 컴팩션 완료는 autoRefine 의 두 트리거 중 하나(reason=compact) — 압축 직전의 궤적이 하네스 편집 후보가 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2014057" cy="15544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한계 근접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0215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shouldCompact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749040"/>
            <a:ext cx="190432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토큰 사용량 임계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90129" y="349300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18729" y="2788920"/>
            <a:ext cx="2014057" cy="15544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818729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8729" y="320040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컷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8729" y="350215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findCutPoint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3593" y="3749040"/>
            <a:ext cx="190432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최근 턴은 원문 유지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60218" y="349300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88818" y="2788920"/>
            <a:ext cx="2014057" cy="15544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88818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8818" y="320040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요약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18" y="350215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generateSummary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3682" y="3749040"/>
            <a:ext cx="190432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요약 기반 (snapcompact 는 v2)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30308" y="349300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58908" y="2788920"/>
            <a:ext cx="2014057" cy="15544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58908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8908" y="320040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컨텍스트 교체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8908" y="350215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compact()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3772" y="3749040"/>
            <a:ext cx="190432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시스템 프롬프트 재조립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00397" y="349300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28997" y="2788920"/>
            <a:ext cx="2014057" cy="15544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28997" y="288036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997" y="3200400"/>
            <a:ext cx="2014057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refine 트리거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8997" y="3502152"/>
            <a:ext cx="201405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reason=compact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3861" y="3749040"/>
            <a:ext cx="1904329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하네스 편집 후보 검토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47548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48463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2120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요약 기반 압축 (D5)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22243" y="48463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branch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22243" y="52120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브랜치 요약(세션 트리)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847" y="48463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/compact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847" y="52120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수동 명령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451" y="48463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compact→refine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451" y="52120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압축이 진화의 신호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Execution &amp; Multi-Agent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스트림 파이프라인 · 툴 디스패치 · rlm 서브에이전트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Execution Layer — 스트림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sdk.ts streamFn 클로저 하나에 omp 자산 두 개가 끼어든다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STREAM FN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prime 의 agent-loop 는 무수정. sdk.ts:288 의 streamFn 이 ① getApiKeyAndHeaders ② EVOPI_API_KEY_POOL 이 있으면 withAuthStream (401→refresh 1회+형제 전환, 403/usage-limit→전 풀 순회, replay-unsafe 경계 전만 무음 재시도) ③ streamSimple ④ dialect 가 켜지면 in-band 툴콜을 네이티브 toolcall 로 재물질화.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635709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8211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tool_use 블록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429000"/>
            <a:ext cx="152598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ipython(code) 생성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11781" y="331012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40381" y="2788920"/>
            <a:ext cx="1635709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440381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auth-pool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0381" y="318211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withAuthStream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5245" y="3429000"/>
            <a:ext cx="152598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키 로테이션 · 세션 스티키(FNV)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03522" y="331012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2122" y="2788920"/>
            <a:ext cx="1635709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32122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dialect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2122" y="318211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wrapOwnedDialectStream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986" y="3429000"/>
            <a:ext cx="152598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11 방언 in-band → toolcall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5263" y="331012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3863" y="2788920"/>
            <a:ext cx="1635709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23863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18211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executeToolCalls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27" y="3429000"/>
            <a:ext cx="152598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sequential (커널 단일 스레드)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87004" y="331012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15604" y="2788920"/>
            <a:ext cx="1635709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15604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Kernel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5604" y="318211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ReplKernelManager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0468" y="3429000"/>
            <a:ext cx="152598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execute → stdout/result/display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78745" y="331012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07345" y="2788920"/>
            <a:ext cx="1635709" cy="1188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007345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7345" y="318211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컨텍스트 환원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2209" y="3429000"/>
            <a:ext cx="152598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다음 턴 입력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114800"/>
            <a:ext cx="3588410" cy="1234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3232" y="4224528"/>
            <a:ext cx="331409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AUTH-POOL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498848"/>
            <a:ext cx="331409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다중 키 로테이션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.0" y="4983480"/>
            <a:ext cx="3259226.333333333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13232" y="5074920"/>
            <a:ext cx="331409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omp auth-retry 상태기계(a/b/c) 이식. Bun.hash → FNV-1a 순수 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01642" y="4114800"/>
            <a:ext cx="3588410" cy="1234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66234" y="4224528"/>
            <a:ext cx="331409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DIALECT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6234" y="4498848"/>
            <a:ext cx="331409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오픈모델 툴콜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466234.333333334" y="4983480"/>
            <a:ext cx="3259226.33333333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466234" y="5074920"/>
            <a:ext cx="331409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hermes/qwen3/glm/kimi/deepseek 등. off 면 스트림 reference 동일(바이트 동일 게이트).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54644" y="4114800"/>
            <a:ext cx="3588410" cy="1234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19236" y="4224528"/>
            <a:ext cx="331409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NATIVES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9236" y="4498848"/>
            <a:ext cx="331409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pi-natives prebuilt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219236.666666667" y="4983480"/>
            <a:ext cx="3259226.333333333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19236" y="5074920"/>
            <a:ext cx="331409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natives-loader 가 leaf .node 직접 require(AVX2 선택), 실패 시 TS 폴백.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prime agent-loop 수정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11 + 6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dialect/pool-stream 테스트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replay-safe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start 이벤트까지만 재시도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TS fallback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natives 미가용 플랫폼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Multi-Agent Layer — rlm 서브에이전트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서브에이전트가 Python 함수 호출이다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DELEGATE FROM THE 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모델이 셀 안에서 rlm("...") 을 호출하면 host_request 가 TS 로 올라가 _createInlineRlmSubagentRuntime 이 자식 SessionManager + Agent 를 in-process 로 띄운다. 결과는 셀의 반환값으로 돌아오고, 서브에이전트 명세는 하네스 subagent kind 로 영속된다.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RLM()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커널 내 호출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rlm.run / find_models / list_subagents / delete_subagent — 4 host handler.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7983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sub-세션 아티팩트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7983.7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7983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session-artifacts/&lt;id&gt;/sub-xxxxxxxx/. 부모 컨텍스트 오염 없음(요약만 반환).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2735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subagent 엔트리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42735.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42735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refine 이 만든 명세를 다음 세션에서 재사용. Claude Code 의 /agents 에 대응.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57487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WORKTREES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7487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v2 이연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57487.2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487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git worktree 병렬 격리는 미구현. omp 의 worktree 격리 이식이 백로그.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in-process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자식 Agent 스폰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host_request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TS↔Python 브리지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dedup id 상한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Worktrees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Observability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확장 훅 · 빌트인 확장 · MCP · 프로바이더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Observability Layer — Extension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31개 라이프사이클 이벤트로 관찰·차단·교체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EXTENSION RUNNER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ExtensionRunner(runner.ts)가 이벤트를 emit, 핸들러는 jiti 로 무컴파일 로드된 TS. tool_call 은 first-block 단락(하나가 block 하면 즉시 차단), session_before_refine 은 {skip} 또는 {proposal} 로 refine 라운드를 억제하거나 플래너를 통째로 교체할 수 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6675120" cy="5029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2EC4B6"/>
                </a:solidFill>
                <a:latin typeface="DejaVu Sans Mono"/>
              </a:rPr>
              <a:t>session_*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9748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start · before_switch · before_compact · before_refine · compact · shutdown · before_tree · tree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6675120" cy="5029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2EC4B6"/>
                </a:solidFill>
                <a:latin typeface="DejaVu Sans Mono"/>
              </a:rPr>
              <a:t>turn /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9184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turn_start · turn_end · before_agent_start · agent_end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6675120" cy="5029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2EC4B6"/>
                </a:solidFill>
                <a:latin typeface="DejaVu Sans Mono"/>
              </a:rPr>
              <a:t>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8620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tool_call(차단 가능) · tool_result · user_bash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6675120" cy="5029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2EC4B6"/>
                </a:solidFill>
                <a:latin typeface="DejaVu Sans Mono"/>
              </a:rPr>
              <a:t>model / ctx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48056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Noto Sans CJK KR"/>
              </a:rPr>
              <a:t>before_provider_request · model_select · context ·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697480"/>
            <a:ext cx="4190695" cy="22860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16952" y="2788920"/>
            <a:ext cx="41906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BUILTIN EXTENSIONS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3108960"/>
            <a:ext cx="3916375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Noto Sans CJK KR"/>
              </a:rPr>
              <a:t>permission-gate — 항상 로드 (noExtensions 제외)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Noto Sans CJK KR"/>
              </a:rPr>
              <a:t>grounded-refine — EVOPI_EVO=on 일 때만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Noto Sans CJK KR"/>
              </a:rPr>
              <a:t>herdr-agent-state — HERDR_ENV=1 일 때만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Noto Sans CJK KR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Noto Sans CJK KR"/>
              </a:rPr>
              <a:t>+ 사용자 확장: ~/.evopi/agent/extensions/, 프로젝트 .evopi/agent/extensions/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Noto Sans CJK KR"/>
              </a:rPr>
              <a:t>+ Background: rlm.bash 핸들 · scheduled-jobs.json · 백그라운드 refine 플랜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훅 이벤트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빌트인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first-block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tool_call 단락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proposal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플래너 교체 계약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Integration Layer — MCP · Providers · 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외부 도구와 모델을 표준 계약으로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INTEGRATION IN THE 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MCP 서버는 TS 가 아니라 커널 Python(rlm.mcp / mcp_base.py)이 연결하고 도구를 함수로 노출한다. 프로바이더는 pi-ai 의 열린 registerApiProvider 맵에 9 종이 등록되며, node 전용 Bedrock 은 지연 import 로 브라우저 번들 검사를 통과한다.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rlm.mcp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settings.mcp 등록 → McpManager 가 host handler 제공 → 커널이 서버 연결·도구 노출. 종료 시 서버 정리.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7983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PROVIDERS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9 API 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7983.7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7983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anthropic · openai(3) · azure · google · vertex · mistral · bedrock. Databricks 는 anthropic-messages + Bearer.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2735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auth.json + OAuth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42735.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42735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provider 당 1 크리덴셜(auth.json) + env 풀. OAuth: Anthropic · Copilot · Codex(PKCE).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57487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NATIVES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7487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pi-natives 18.1.2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57487.2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487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mmrRerank · cosinePairs · vectorTopK · diffLineRuns · nodeChainAt · blockBoundaries — 6 함수 스모크 통과.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MCP 클라이언트 위치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API 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OAuth 프로바이더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natives 함수 (R6)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Evo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Evo-Harness 논문 ↔ prime refine 델타 · grounded-refine · 평가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논문 ↔ prime 델타 판정 (R4)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EVO-HARNESS(arXiv 2608.15071) 9단계 중 prime 에 없는 것만 v1 로 — 나머지는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1554480"/>
            <a:ext cx="3164738" cy="4114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965960" y="1600200"/>
            <a:ext cx="316473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논문 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2138" y="1554480"/>
            <a:ext cx="3164738" cy="4114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222138" y="1600200"/>
            <a:ext cx="316473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prime 판정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2138" y="1856232"/>
            <a:ext cx="3164738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evo.md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78316" y="1554480"/>
            <a:ext cx="3164738" cy="4114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78316" y="1600200"/>
            <a:ext cx="316473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evopi v1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8316" y="1856232"/>
            <a:ext cx="3164738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DECISIONS R4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32588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S1 저장 포맷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2057400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39112" y="2057400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엔트리 = trigger+규칙+evidence+scope, md+yaml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2138" y="2057400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95290" y="2057400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부분 — JSON 원장, trigger/evidence 는 이벤트에만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8316" y="2057400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51468" y="2057400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v2 (D6)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42032"/>
            <a:ext cx="132588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S2 Select/Inject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2542032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039112" y="2542032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관련성 기반 선택 ≤ b, 별도 모델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22138" y="2542032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95290" y="2542032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부분 — Inject 동일, Select 없음(사전순 6개)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78316" y="2542032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51468" y="2542032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MMR 선택기 + 문자 예산 (M17, D8 백로그 ③ 선반영)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026664"/>
            <a:ext cx="132588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S3 컨텍스트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65960" y="3026664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039112" y="3026664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(x, τ, y, f) — 결과·피드백 슬롯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22138" y="3026664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95290" y="3026664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부분 — y/f 슬롯 없음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78316" y="3026664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551468" y="3026664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v1 D7 → D4 에 흡수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511296"/>
            <a:ext cx="132588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S4 Reflect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65960" y="3511296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039112" y="3511296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실패/부정 피드백 시에만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22138" y="3511296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295290" y="3511296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없음 — turn_interval/compact 트리거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78316" y="3511296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551468" y="3511296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v1 D1: 신호 성공이면 {skip}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95928"/>
            <a:ext cx="132588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S5 Evolver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65960" y="3995928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2039112" y="3995928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ADD / MERGE / REVISE / SKIP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22138" y="3995928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295290" y="3995928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부분 — create/update/delete, MERGE·SKIP 없음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78316" y="3995928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551468" y="3995928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v2 (D5)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480560"/>
            <a:ext cx="132588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S6 2레벨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65960" y="4480560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039112" y="4480560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general / topic 이중 컴파일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22138" y="4480560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295290" y="4480560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없음 — 단일 세션 1패스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78316" y="4480560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551468" y="4480560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v2 (D2, 파일 수 경계)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4965192"/>
            <a:ext cx="132588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S7 배치·예산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65960" y="4965192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039112" y="4965192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배치 16, 스킬 상한 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222138" y="4965192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295290" y="4965192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없음 — 저장 상한 0건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78316" y="4965192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551468" y="4965192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v2 (D9, D5 선행 필요)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449824"/>
            <a:ext cx="132588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S8 접지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65960" y="5449824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2039112" y="5449824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환경 pass/fail 필수 (Self-Generated 는 악화)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22138" y="5449824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295290" y="5449824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없음 — 자가 판단 = Self-Generated 동형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78316" y="5449824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551468" y="5449824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v1 D4: &lt;external_feedback&gt; 주입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934456"/>
            <a:ext cx="132588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S9 평가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65960" y="5934456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2039112" y="5934456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No-Evolve 대조군, 3회 평균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222138" y="5934456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5295290" y="5934456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없음 (prime) / metaharness (omp)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78316" y="5934456"/>
            <a:ext cx="3164738" cy="39319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551468" y="5934456"/>
            <a:ext cx="3018434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CJK KR"/>
              </a:rPr>
              <a:t>v1 D0: 4-arm, autoRefine off = 대조군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grounded-refine — 접지 피드백으로 진화하기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논문 Table 4: Self-Generated 61.67 &lt; No-Evolve 63.67 &lt; Minimal 67.33 (SWE-bench Lite)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WHY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prime 의 refine 은 LLM 이 스스로 성공을 판단하는 Self-Generated 설정과 동형 — 논문상 No-Evolve 보다 나쁘다. evopi 는 외부 pass/fail 신호를 session_before_refine 훅에서 읽어 (a) 신호 없음 → 무개입 (b) 성공 → skip (c) 실패 → 신호를 플래너 입력에 주입한다. 접지 없는 evo-on 은 금지(SPEC §4).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635709" cy="12801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외부 러너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0215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metaharness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749040"/>
            <a:ext cx="1525981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result 이벤트 → pass/fail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11781" y="335584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40381" y="2788920"/>
            <a:ext cx="1635709" cy="12801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440381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0381" y="320040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신호 파일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0381" y="350215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EVOPI_FEEDBACK_FILE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5245" y="3749040"/>
            <a:ext cx="1525981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{task, status, detail?}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03522" y="335584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32122" y="2788920"/>
            <a:ext cx="1635709" cy="12801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32122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2122" y="320040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훅 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2122" y="350215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session_before_refine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6986" y="3749040"/>
            <a:ext cx="1525981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!rollbackId &amp;&amp; hasHandlers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95263" y="335584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3863" y="2788920"/>
            <a:ext cx="1635709" cy="12801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23863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863" y="320040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D1 게이트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3863" y="350215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isFailureStatus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8727" y="3749040"/>
            <a:ext cx="1525981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성공 → {skip:true}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87004" y="335584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15604" y="2788920"/>
            <a:ext cx="1635709" cy="12801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15604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5604" y="320040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D4 주입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5604" y="350215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&lt;external_feedback&gt;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0468" y="3749040"/>
            <a:ext cx="1525981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Minimal 기본 · Standard 옵트인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78745" y="3355848"/>
            <a:ext cx="201168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007345" y="2788920"/>
            <a:ext cx="1635709" cy="12801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007345" y="288036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7345" y="3200400"/>
            <a:ext cx="163570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적용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7345" y="3502152"/>
            <a:ext cx="1635709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normalize → apply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62209" y="3749040"/>
            <a:ext cx="1525981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refinements.jsonl · 롤백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160520"/>
            <a:ext cx="3588410" cy="1234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270248"/>
            <a:ext cx="331409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EVOPI_EVO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544568"/>
            <a:ext cx="331409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on / off / 미설정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3232.0" y="5029200"/>
            <a:ext cx="3259226.333333333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13232" y="5120640"/>
            <a:ext cx="331409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on = 확장 로드 + autoRefine on. off = autoRefine 비활성(순수 대조군). 미설정 = prime 기본.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01642" y="4160520"/>
            <a:ext cx="3588410" cy="1234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466234" y="4270248"/>
            <a:ext cx="331409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FALLBACK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66234" y="4544568"/>
            <a:ext cx="331409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무음 강등 방지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466234.333333334" y="5029200"/>
            <a:ext cx="3259226.333333334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466234" y="5120640"/>
            <a:ext cx="331409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플래너 모델·키 부재 시 undefined → 내장 플래너. transient 오류는 oneshot-retry 로 재시도(M18).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54644" y="4160520"/>
            <a:ext cx="3588410" cy="12344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219236" y="4270248"/>
            <a:ext cx="331409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SAFETY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9236" y="4544568"/>
            <a:ext cx="331409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SPEC §4:56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219236.666666667" y="5029200"/>
            <a:ext cx="3259226.333333333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19236" y="5120640"/>
            <a:ext cx="331409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접지 신호 미배선 evo-on arm 구성 금지. 훅 미로드 시 short-circuit → prime 경로 바이트 동일.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+3.7pt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Minimal vs No-Evolve (논문)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 file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grounded-refine.ts 208줄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Minimal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기본 세밀도 (pass/fail)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off = prime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D7 대조군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평가 — metaharness 4-arm A/B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omp metaharness 를 bun 격리(eval/)로 재사용, 코딩 트랙 kind:"edit"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72865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EVAL IS OUTSIDE 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CJK KR"/>
              </a:rPr>
              <a:t>제품은 node 전용, 평가 러너는 구조적으로 bun 전용(import.meta.dir, Bun.which…) → eval/ 소형 bun 워크스페이스로 격리(R7). arm 은 잡네임 접두 규약(evopi-&lt;arm&gt;), 피실험 CLI 는 bun overrides 로 @evopi/pi-coding-agent 리포인트(Q2).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evopi-omp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상류 omp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.0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게시된 @oh-my-pi/pi-coding-agent 18.1.2 그대로 — 대조 상류.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7983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evopi-prime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prime 스켈레톤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7983.7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7983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prime 계열 설정 대조군.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2735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evopi-evooff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evopi · evo off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42735.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42735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EVOPI_EVO=off → autoRefine 비활성. 순수 대조군(No-Evolve).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606040"/>
            <a:ext cx="2650159" cy="23317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57487" y="2715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evopi-evoon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7487" y="2990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evopi · evo 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57487.25" y="3474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487" y="3566160"/>
            <a:ext cx="2375839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EVOPI_EVO=on + EVOPI_FEEDBACK_FILE 배선 필수. 신호 = 러너 result 이벤트.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SKIP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실 A/B — API 키 부재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2 smoke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mock completeSimple · D1 로직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task_success · edit_success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3회 평균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논문 프로토콜(I.3) — 키 확보 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0" y="-457200"/>
            <a:ext cx="59436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680960" y="10972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66760" y="160020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052560" y="210312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738360" y="260604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424160" y="310896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1109960" y="3611880"/>
            <a:ext cx="3291840" cy="27432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EC4B6"/>
                </a:solidFill>
                <a:latin typeface="Noto Sans CJK KR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583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CJK KR"/>
              </a:rPr>
              <a:t>비교와 점검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AAB0BB"/>
                </a:solidFill>
                <a:latin typeface="Noto Sans CJK KR"/>
              </a:rPr>
              <a:t>Claude Code · oh-my-pi · prime-agent · evopi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4자 비교 매트릭스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제어 루프 · 도구/실행 · 컨텍스트 · 권한/안전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2384983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238498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56232"/>
            <a:ext cx="2384983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참조 자료 기준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5223" y="1554480"/>
            <a:ext cx="2384983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05223" y="1600200"/>
            <a:ext cx="238498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oh-my-pi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5223" y="1856232"/>
            <a:ext cx="2384983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omp v18.1.2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1647" y="1554480"/>
            <a:ext cx="2384983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81647" y="1600200"/>
            <a:ext cx="238498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prime-agent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647" y="1856232"/>
            <a:ext cx="2384983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v0.9.1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58071" y="1554480"/>
            <a:ext cx="2384983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8071" y="1600200"/>
            <a:ext cx="238498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evopi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8071" y="1856232"/>
            <a:ext cx="2384983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v0.9.6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12848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제어 루프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21284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901952" y="221284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Gather-Act-Verify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독립 도구 병렬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5223" y="221284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78375" y="221284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agent-loop 3,010줄 · 29 툴 병렬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steering/aside/follow-up 3큐 · TTSR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1647" y="221284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4799" y="221284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동일 agent-loop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AgentSession 12k줄이 감쌈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8071" y="221284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31223" y="221284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prime 루프 무수정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streamFn 에 dialect·pool 삽입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172968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도구 / 실행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317296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01952" y="317296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5 카테고리 tool_use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로컬/Cloud VM/Remote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5223" y="317296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378375" y="317296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29 빌트인 툴 · hashline 편집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Rust in-process 셸(brush) · xd:// 장치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81647" y="317296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4799" y="317296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ipython 단일 툴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IPython 커널 + dill 스냅샷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58071" y="317296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31223" y="317296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ipython + hashline_edit(선택)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커널 무변경 · natives prebuilt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133088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컨텍스트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413308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901952" y="413308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CLAUDE.md · MEMORY.md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Skills 3단 · 자동 압축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05223" y="413308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378375" y="413308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AGENTS.md · 메모리 백엔드 4종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컴팩션 5전략(snapcompact PNG 포함)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81647" y="413308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854799" y="413308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AGENTS.md · Harness 원장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요약 컴팩션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58071" y="413308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331223" y="413308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prime + MMR 하네스 선택기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(mnemopi 커널) · 요약 컴팩션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093208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권한 / 안전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509320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901952" y="509320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4 모드 · allowlist 계층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체크포인트 되감기 · Hooks 게이트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05223" y="509320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378375" y="509320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approval allow/deny/prompt · 3모드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COW worktree 격리 · OS 샌드박스 없음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81647" y="509320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854799" y="509320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권한 프롬프트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샌드박스는 예제 확장(bwrap)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58071" y="5093208"/>
            <a:ext cx="2384983" cy="86868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331223" y="5093208"/>
            <a:ext cx="2238679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permission-gate 내장(block/warn/off)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+ 샌드박스 프로브(D3 폴백)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4자 비교 매트릭스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확장성 · 자기개선 · 모델 연결 · 런타임/배포 · 평가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2384983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238498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56232"/>
            <a:ext cx="2384983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참조 자료 기준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5223" y="1554480"/>
            <a:ext cx="2384983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05223" y="1600200"/>
            <a:ext cx="238498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oh-my-pi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5223" y="1856232"/>
            <a:ext cx="2384983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omp v18.1.2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1647" y="1554480"/>
            <a:ext cx="2384983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81647" y="1600200"/>
            <a:ext cx="238498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prime-agent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647" y="1856232"/>
            <a:ext cx="2384983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v0.9.1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58071" y="1554480"/>
            <a:ext cx="2384983" cy="566928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8071" y="1600200"/>
            <a:ext cx="2384983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EC4B6"/>
                </a:solidFill>
                <a:latin typeface="Noto Sans CJK KR"/>
              </a:rPr>
              <a:t>evopi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8071" y="1856232"/>
            <a:ext cx="2384983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AAB0BB"/>
                </a:solidFill>
                <a:latin typeface="Noto Sans CJK KR"/>
              </a:rPr>
              <a:t>v0.9.6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12848"/>
            <a:ext cx="11887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확장성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212848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901952" y="2212848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Skills · MCP · Hooks(14 이벤트)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Subagents · Plugins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5223" y="2212848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78375" y="2212848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훅 28 · 슬래시 83 · 커스텀 툴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MCP · Advisor · 서브에이전트 task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1647" y="2212848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4799" y="2212848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extensions(jiti) 31 훅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Python 스킬 · MCP(커널) · rlm()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8071" y="2212848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31223" y="2212848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prime 표면 그대로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+ 빌트인 3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17520"/>
            <a:ext cx="11887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자기개선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3017520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01952" y="3017520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MEMORY.md 갱신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(하네스 자동 정련 없음)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5223" y="3017520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378375" y="3017520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autolearn 자동 SKILL.md 저작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learn/manage_skill · 메모리 4백엔드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81647" y="3017520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4799" y="3017520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continual harness refine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(자가 판단 = Self-Generated)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58071" y="3017520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31223" y="3017520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prime refine + 접지(D4)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+ 실패 한정(D1) + MMR 선택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822192"/>
            <a:ext cx="11887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모델 연결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3822192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901952" y="3822192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Claude (Sonnet/Opus)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/model 전환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05223" y="3822192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378375" y="3822192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카탈로그 66 프로바이더 · dialect 11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풀 로테이션 · gateway/broker 사이드카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81647" y="3822192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854799" y="3822192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9 API · 카탈로그 32 프로바이더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OAuth 3 · Bedrock · auth.json 1키/프로바이더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58071" y="3822192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331223" y="3822192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prime 카탈로그 + 풀 로테이션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+ dialect 11 + Databricks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626864"/>
            <a:ext cx="11887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런타임 / 배포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4626864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901952" y="4626864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(자료 미기재)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npm CLI · 8+ 인터페이스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05223" y="4626864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378375" y="4626864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Bun 전용(Bun.* 1,282회)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Rust napi 9 crate · 단일 바이너리 설치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81647" y="4626864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854799" y="4626864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node · uv Python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install.sh 45KB · R2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58071" y="4626864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331223" y="4626864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node ≥22 · Bun 실코드 0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curl | sh → GitHub Pages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431536"/>
            <a:ext cx="118872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EC4B6"/>
                </a:solidFill>
                <a:latin typeface="Noto Sans CJK KR"/>
              </a:rPr>
              <a:t>평가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28800" y="5431536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901952" y="5431536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(자료 미기재)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Hooks 로깅 · /context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05223" y="5431536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378375" y="5431536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metaharness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(harbor/edit/snapcompact)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81647" y="5431536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854799" y="5431536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없음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(autoRefine off 로 대조군만)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58071" y="5431536"/>
            <a:ext cx="2384983" cy="713232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331223" y="5431536"/>
            <a:ext cx="2238679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metaharness bun 격리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Noto Sans CJK KR"/>
              </a:rPr>
              <a:t>4-arm · 실 실행 SKIP(키)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evopi 하네스 점검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강점 4 · 리스크 4 — 코드 실측(docs/analysis/evopi-harness-inventory.md)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50159" cy="19659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STRENGTH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골격 무수정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.0" y="2331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423160"/>
            <a:ext cx="23758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prime agent-loop·커널 무변경, 확장은 streamFn/훅/빌트인 seam 에만. tsgo 0 · Bun 실코드 0 · .omp 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3391" y="1463040"/>
            <a:ext cx="2650159" cy="19659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27983" y="1572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3" y="1847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대조군 내장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27983.75" y="2331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27983" y="2423160"/>
            <a:ext cx="23758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EVOPI_EVO=off 가 prime 원본과 바이트 동일 — A/B 설계가 코드에 박혀 있다(D7).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1463040"/>
            <a:ext cx="2650159" cy="19659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42735" y="1572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STRENGTH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5" y="1847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접지된 진화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42735.5" y="2331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42735" y="2423160"/>
            <a:ext cx="23758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논문상 유일하게 직접 절제 근거가 있는 델타(D4)를 1파일로 배선. 안전 구속을 SPEC 에 명문화.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2895" y="1463040"/>
            <a:ext cx="2650159" cy="19659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57487" y="157276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7487" y="184708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이식 자산 활성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57487.25" y="233172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57487" y="2423160"/>
            <a:ext cx="23758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dialect·auth-pool·mnemopi·hashline·oneshot-retry 전부 소비 배선 완료(휴면 0).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11880"/>
            <a:ext cx="2650159" cy="19659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372160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4B"/>
                </a:solidFill>
                <a:latin typeface="Noto Sans CJK KR"/>
              </a:rPr>
              <a:t>RISK ·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99592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커널 env 전체 상속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.0" y="448056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4572000"/>
            <a:ext cx="23758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repl-manager.ts:257 `...process.env` — API 키가 커널·사용자 코드에 노출(Q6 미해소). allowlist 필터 필요.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3391" y="3611880"/>
            <a:ext cx="2650159" cy="19659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527983" y="372160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4B"/>
                </a:solidFill>
                <a:latin typeface="Noto Sans CJK KR"/>
              </a:rPr>
              <a:t>RISK · 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7983" y="399592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OS 샌드박스 미구현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527983.75" y="448056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527983" y="4572000"/>
            <a:ext cx="23758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bwrap 은 프로브만, 래핑 코드는 예제 확장에만. 집행 계층 = 컨테이너 경계 전제 — 배포 문서로만 보장.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8143" y="3611880"/>
            <a:ext cx="2650159" cy="19659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42735" y="372160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4B"/>
                </a:solidFill>
                <a:latin typeface="Noto Sans CJK KR"/>
              </a:rPr>
              <a:t>RISK · 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2735" y="399592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셀 타임아웃 없음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42735.5" y="448056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42735" y="4572000"/>
            <a:ext cx="23758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사용자 ipython 셀에 실행 시간 상한 없음, abort 도 호스트 측 정산만 — Python 무한루프는 죽지 않는다.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2895" y="3611880"/>
            <a:ext cx="2650159" cy="196596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57487" y="3721608"/>
            <a:ext cx="23758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4B"/>
                </a:solidFill>
                <a:latin typeface="Noto Sans CJK KR"/>
              </a:rPr>
              <a:t>RISK · MED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7487" y="3995928"/>
            <a:ext cx="237583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실 A/B 미실행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57487.25" y="4480560"/>
            <a:ext cx="2320975.7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57487" y="4572000"/>
            <a:ext cx="2375839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AAB0BB"/>
                </a:solidFill>
                <a:latin typeface="Noto Sans CJK KR"/>
              </a:rPr>
              <a:t>evo 효과 주장은 아직 논문 수치 인용. 키 확보 후 4-arm 3회 실행 전까지는 가설(GAP-4).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기타: TS bash/edit 툴 정의 미등록(의도된 단일 툴 철학) · `.prime/config.json` 읽기 2곳은 외부 Prime CLI interop(승인된 예외) · RESULTS.md 의 "pi-ai mock 없음" 서술은 현재 providers/faux.ts 존재와 불일치(문서 갱신 필요).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종합 플로우 —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요청에서 검증된 결과, 그리고 하네스 갱신까지 한 흐름으로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412486" cy="1600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13432"/>
            <a:ext cx="1412486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560320"/>
            <a:ext cx="130275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사용자 요청 · steering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88558" y="2327148"/>
            <a:ext cx="146304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62294" y="1600200"/>
            <a:ext cx="1412486" cy="1600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62294" y="169164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294" y="201168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2294" y="2313432"/>
            <a:ext cx="1412486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Permission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7158" y="2560320"/>
            <a:ext cx="130275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위험 명령 block/warn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602213" y="2327148"/>
            <a:ext cx="146304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75949" y="1600200"/>
            <a:ext cx="1412486" cy="1600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75949" y="169164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5949" y="201168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Gather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5949" y="2313432"/>
            <a:ext cx="1412486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0813" y="2560320"/>
            <a:ext cx="130275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AGENTS.md · Skills · Harness(MMR)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15868" y="2327148"/>
            <a:ext cx="146304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89604" y="1600200"/>
            <a:ext cx="1412486" cy="1600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89604" y="169164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9604" y="201168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Execute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9604" y="2313432"/>
            <a:ext cx="1412486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4468" y="2560320"/>
            <a:ext cx="130275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ipython 셀 — bash/edit/rlm/MCP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29522" y="2327148"/>
            <a:ext cx="146304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03258" y="1600200"/>
            <a:ext cx="1412486" cy="1600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003258" y="169164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3258" y="201168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3258" y="2313432"/>
            <a:ext cx="1412486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Core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8122" y="2560320"/>
            <a:ext cx="130275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커널 출력·테스트로 결과 검증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443177" y="2327148"/>
            <a:ext cx="146304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16913" y="1600200"/>
            <a:ext cx="1412486" cy="1600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16913" y="169164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6913" y="201168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6913" y="2313432"/>
            <a:ext cx="1412486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1777" y="2560320"/>
            <a:ext cx="130275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검증된 산출물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056832" y="2327148"/>
            <a:ext cx="146304" cy="146304"/>
          </a:xfrm>
          <a:prstGeom prst="rightArrow">
            <a:avLst/>
          </a:prstGeom>
          <a:solidFill>
            <a:srgbClr val="AAB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230568" y="1600200"/>
            <a:ext cx="1412486" cy="160020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230568" y="169164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EC4B6"/>
                </a:solidFill>
                <a:latin typeface="Noto Sans CJK KR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30568" y="2011680"/>
            <a:ext cx="141248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Refine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0568" y="2313432"/>
            <a:ext cx="1412486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2EC4B6"/>
                </a:solidFill>
                <a:latin typeface="Noto Sans CJK KR"/>
              </a:rPr>
              <a:t>Evo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5432" y="2560320"/>
            <a:ext cx="1302758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AAB0BB"/>
                </a:solidFill>
                <a:latin typeface="Noto Sans CJK KR"/>
              </a:rPr>
              <a:t>pass/fail 접지 → 원장 편집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429000"/>
            <a:ext cx="11094415" cy="50292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342900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Noto Sans CJK KR"/>
              </a:rPr>
              <a:t>Observability (Hooks)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3429000"/>
            <a:ext cx="79854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31 이벤트로 전 과정 관찰/검증/차단 — tool_call(2) · turn_end(5) · session_before_refine(7) · session_compact</a:t>
            </a:r>
          </a:p>
        </p:txBody>
      </p:sp>
      <p:sp>
        <p:nvSpPr>
          <p:cNvPr id="48" name="Left Arrow 47"/>
          <p:cNvSpPr/>
          <p:nvPr/>
        </p:nvSpPr>
        <p:spPr>
          <a:xfrm>
            <a:off x="1097280" y="4114800"/>
            <a:ext cx="9997135" cy="274320"/>
          </a:xfrm>
          <a:prstGeom prst="leftArrow">
            <a:avLst/>
          </a:prstGeom>
          <a:solidFill>
            <a:srgbClr val="1F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434840"/>
            <a:ext cx="1109441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2EC4B6"/>
                </a:solidFill>
                <a:latin typeface="Noto Sans CJK KR"/>
              </a:rPr>
              <a:t>미완이면 다음 셀 결정하며 루프 반복 · refine 이 편집한 하네스는 다음 세션의 Gather 로 들어온다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8640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Input→Output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단일 에이전틱 흐름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22243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feeds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2243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지식 + 하네스가 매 단계 공급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5847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hooks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5847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전 과정 관측/통제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451" y="5532120"/>
            <a:ext cx="268216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grounded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451" y="5897880"/>
            <a:ext cx="268216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검증 결과가 진화의 유일한 입력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여덟 개 레이어 + 하나의 evo 레이어, 하나의 루프로 기억하기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Agentic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Think → ipython → Verify. prime agent-loop 무수정.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4955" y="15544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932115" y="16459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2115" y="19202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진입/세션/권한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115" y="23317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6 인터페이스 · jsonl+dill 복원 · permission-gate.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1270" y="15544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78430" y="16459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8430" y="19202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컨텍스트/하네스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8430" y="23317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AGENTS.md · Skills · Harness 원장(MMR) · 요약 컴팩션.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7585" y="15544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24745" y="16459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745" y="19202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커널/스트림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745" y="23317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IPython 커널 · streamFn(auth-pool·dialect) · sequential.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3900" y="15544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71060" y="16459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1060" y="19202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접지된 진화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1060" y="23317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grounded-refine(D1+D4) · EVOPI_EVO · off = prime.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546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5800" y="32461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MULTI-AGENT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5204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rlm 서브에이전트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커널 함수 호출 → in-process 자식 Agent. Worktrees v2.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94955" y="31546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932115" y="32461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2115" y="35204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Extension Hooks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2115" y="39319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31 이벤트 · 빌트인 3 · 플래너 교체 계약.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41270" y="31546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78430" y="32461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8430" y="35204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MCP/Providers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8430" y="39319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rlm.mcp(커널) · 9 API · OAuth 3 · natives 6.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87585" y="31546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24745" y="32461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745" y="35204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Task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745" y="39319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검증된 산출물 + refinements.jsonl 갱신.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33900" y="3154680"/>
            <a:ext cx="2109155" cy="1463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 w="9525">
            <a:solidFill>
              <a:srgbClr val="34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671060" y="3246120"/>
            <a:ext cx="183483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1060" y="3520440"/>
            <a:ext cx="18348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metaharness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1060" y="3931920"/>
            <a:ext cx="18348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bun 격리 4-arm. 실 실행은 키 확보 시.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43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 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Think-Execute-Verify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7523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1 tool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7523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ipython — 나머지는 Python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6406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4 kinds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6406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하네스 원장 엔트리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5289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evo optional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5289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off = prime 원본 (D7)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4172" y="5532120"/>
            <a:ext cx="212744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Noto Sans CJK KR"/>
              </a:rPr>
              <a:t>접지 필수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24172" y="5897880"/>
            <a:ext cx="212744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AB0BB"/>
                </a:solidFill>
                <a:latin typeface="Noto Sans CJK KR"/>
              </a:rPr>
              <a:t>Self-Generated 는 금지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EC4B6"/>
                </a:solidFill>
                <a:latin typeface="Noto Sans CJK KR"/>
              </a:rPr>
              <a:t>공식 문서·원본 레포·논문·본 프로젝트 산출물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713232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" cy="71323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1109441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109441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CJK KR"/>
              </a:rPr>
              <a:t>EVO-HARNESS: Context-to-Harness Skill Compilation for Self-Evolving Agents — arXiv 2608.15071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1109441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S1-S9 메커니즘, Table 4 접지 피드백 절제, Appendix E/F 프롬프트·상수 — docs/analysis/evo.md 에 라인 인용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1094415" cy="713232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4864" cy="71323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1109441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UPSTREAM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1109441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CJK KR"/>
              </a:rPr>
              <a:t>prime-agent (PrimeIntellect-ai) v0.9.1 · oh-my-pi v18.1.2 · pi (earendil-works)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62072"/>
            <a:ext cx="1109441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골격 · TS 자산 공급원 · 원류. 읽기 전용 분석: docs/analysis/prime.md, omp.md, *-master-arch.md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1094415" cy="713232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54864" cy="71323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255264"/>
            <a:ext cx="1109441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CLAUDE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1109441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CJK KR"/>
              </a:rPr>
              <a:t>Claude Code Architecture (AWS Korea 최우형, 2026) · code.claude.com/docs · agentskills.io · modelcontextprotocol.io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85032"/>
            <a:ext cx="1109441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8레이어 맵 참조 시나리오 — docs/analysis/claude-code-arch.md (PDF 페이지 인용, 자료 미기재 항목 분리)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11094415" cy="713232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54864" cy="71323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4078224"/>
            <a:ext cx="1109441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Noto Sans CJK KR"/>
              </a:rPr>
              <a:t>EVOPI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11094415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CJK KR"/>
              </a:rPr>
              <a:t>github.com/sunwoo95/oh-my-evopi · docs/design/{DECISIONS,PORTING,AUDIT-initial-goal}.md · docs/analysis/evopi-harness-inventory.md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07992"/>
            <a:ext cx="1109441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AAB0BB"/>
                </a:solidFill>
                <a:latin typeface="Noto Sans CJK KR"/>
              </a:rPr>
              <a:t>결정 원장(D1-D8, R3-R10) · 이식 등급표 · 코드 실측 인벤토리 · docs/diagrams/*.dot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AAB0BB"/>
                </a:solidFill>
                <a:latin typeface="Noto Sans CJK KR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0" y="-457200"/>
            <a:ext cx="5029200" cy="7772400"/>
          </a:xfrm>
          <a:prstGeom prst="rect">
            <a:avLst/>
          </a:prstGeom>
          <a:solidFill>
            <a:srgbClr val="1C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8412480" y="548640"/>
            <a:ext cx="3474720" cy="320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412480" y="1371600"/>
            <a:ext cx="3474720" cy="320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412480" y="2194560"/>
            <a:ext cx="3474720" cy="320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412480" y="3017520"/>
            <a:ext cx="3474720" cy="32004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412480" y="3840480"/>
            <a:ext cx="3474720" cy="320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412480" y="4663440"/>
            <a:ext cx="3474720" cy="320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80" y="5486400"/>
            <a:ext cx="3474720" cy="320040"/>
          </a:xfrm>
          <a:prstGeom prst="roundRect">
            <a:avLst>
              <a:gd name="adj" fmla="val 6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68580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CJK KR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68580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0BB"/>
                </a:solidFill>
                <a:latin typeface="Noto Sans CJK KR"/>
              </a:rPr>
              <a:t>oh-my-evopi · https://github.com/sunwoo95/oh-my-evopi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0BB"/>
                </a:solidFill>
                <a:latin typeface="Noto Sans CJK KR"/>
              </a:rPr>
              <a:t>설치: curl -fsSL https://sunwoo95.github.io/oh-my-evopi/install.sh | 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0BB"/>
                </a:solidFill>
                <a:latin typeface="Noto Sans CJK KR"/>
              </a:rPr>
              <a:t>실행: evopi   ·   evo 레이어 토글: EVOPI_EVO=on|off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6F7580"/>
                </a:solidFill>
                <a:latin typeface="Noto Sans CJK KR"/>
              </a:rPr>
              <a:t>oh-my-evopi · 팀 세미나 ·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